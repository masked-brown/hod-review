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Cell fractionation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we separate organelles to study them</a:t>
            </a:r>
          </a:p>
          <a:p>
            <a:r>
              <a:t>AQA A-level Biology 3.2.1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Preparing the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Blend the tissue to break open the cells, then filter it.</a:t>
            </a:r>
          </a:p>
          <a:p>
            <a:r>
              <a:t>Keep it in a suitable solution so the organelles are not damaged.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Separating the organelles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Spin the filtered sample at high speed to separate the organelles by size.</a:t>
            </a:r>
          </a:p>
          <a:p>
            <a:r>
              <a:t>The heaviest organelles collect at the bottom.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Close your notes.</a:t>
            </a:r>
          </a:p>
          <a:p>
            <a:r>
              <a:t>In order, list the three conditions of the solution and say why each one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