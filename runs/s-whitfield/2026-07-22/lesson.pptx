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AQA A-level Biology - 3.2 Cell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Lesson 1 of the Cells unit</a:t>
            </a:r>
          </a:p>
          <a:p>
            <a:r>
              <a:t>Ultrastructure, prokaryotes, viruses and microscopy</a:t>
            </a:r>
          </a:p>
          <a:p>
            <a:r>
              <a:t>Year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Copy the organelle summary table from the sheet into your notes.</a:t>
            </a:r>
          </a:p>
          <a:p>
            <a:r>
              <a:t>We will use it through today's lesson.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Today's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By the end you will be able to:</a:t>
            </a:r>
          </a:p>
          <a:p>
            <a:r>
              <a:t>describe the ultrastructure of eukaryotic cells</a:t>
            </a:r>
          </a:p>
          <a:p>
            <a:r>
              <a:t>describe the structure of prokaryotic cells</a:t>
            </a:r>
          </a:p>
          <a:p>
            <a:r>
              <a:t>explain why viruses are acellular</a:t>
            </a:r>
          </a:p>
          <a:p>
            <a:r>
              <a:t>use a light microscope and calculate magnification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eukaryotic cell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Eukaryotic cells have membrane-bound organelles, each carrying out a specific function.</a:t>
            </a:r>
          </a:p>
          <a:p>
            <a:r>
              <a:t>Compartmentalisation lets incompatible reactions happen at the same time in one cell.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Mitochondria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powerhouse of the cell.</a:t>
            </a:r>
          </a:p>
          <a:p>
            <a:r>
              <a:t>Mitochondria produce energy for the cell's reactions.</a:t>
            </a:r>
          </a:p>
          <a:p>
            <a:r>
              <a:t>Site of aerobic respiration.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nucleus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control centre of the cell.</a:t>
            </a:r>
          </a:p>
          <a:p>
            <a:r>
              <a:t>The nucleus controls all the cell's activities.</a:t>
            </a:r>
          </a:p>
          <a:p>
            <a:r>
              <a:t>Surrounded by a nuclear envelope with pores.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Rough ER and Golgi apparatus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Ribosomes on the rough endoplasmic reticulum synthesise proteins that are folded for secretion.</a:t>
            </a:r>
          </a:p>
          <a:p>
            <a:r>
              <a:t>The Golgi apparatus modifies these proteins and packages them into vesicles.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Prokaryotic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Features of prokaryotic cells:</a:t>
            </a:r>
          </a:p>
          <a:p>
            <a:r>
              <a:t>murein cell wall, cell-surface membrane, 70S ribosomes, circular DNA, capsule, plasmids, flagella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Viruses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Viruses are acellular and non-living because they cannot replicate outside a host cell.</a:t>
            </a:r>
          </a:p>
          <a:p>
            <a:r>
              <a:t>A virus is genetic information surrounded by a protein capsid.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Seeing smaller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light microscope cannot show small organelles.</a:t>
            </a:r>
          </a:p>
          <a:p>
            <a:r>
              <a:t>To see them, increase the magnification for more detail.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Magnification 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magnification = image size / actual size</a:t>
            </a:r>
          </a:p>
          <a:p>
            <a:r>
              <a:t>Now work through questions 1-6 on the worksheet.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Close your notes.</a:t>
            </a:r>
          </a:p>
          <a:p>
            <a:r>
              <a:t>On your whiteboard: name three organelles and give the precise function of each.</a:t>
            </a:r>
          </a:p>
          <a:p>
            <a:r>
              <a:t>Swap and check against the mark scheme.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